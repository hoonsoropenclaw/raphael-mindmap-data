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這頁給的是活動骨架，讓主管知道規模大小。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把『為何不到 100%』點出來。動線與報名是後面方案的伏筆。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經費透明是行政簡報的基本盤。比例換算後加總要等於 100%，否則會被審查出來。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亮點要『延續』——這是 114 年擴辦的正當性來源。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每個問題對應一個方案——下面一頁就接方案。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A、B、C 三方案獨立可執行；建議三項同時推動以達最大綜效。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微軟正黑體"/>
              </a:rPr>
              <a:t>結尾一定要有明確的『請示事項』，否則主管沒有決策點。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2E5A4F"/>
                </a:solidFill>
                <a:latin typeface="微軟正黑體"/>
                <a:ea typeface="微軟正黑體"/>
              </a:rPr>
              <a:t>182 人參與、滿意度 92%，建議 114 年擴大辦理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828800" cy="73152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1F2A2A"/>
                </a:solidFill>
                <a:latin typeface="微軟正黑體"/>
                <a:ea typeface="微軟正黑體"/>
              </a:rPr>
              <a:t>113 年度親職教育日活動成果報告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402336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2E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047" y="42519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2E5A4F"/>
                </a:solidFill>
                <a:latin typeface="微軟正黑體"/>
                <a:ea typeface="微軟正黑體"/>
              </a:rPr>
              <a:t>84.7%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047" y="4983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簽到率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15687" y="402336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D98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42519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D9824B"/>
                </a:solidFill>
                <a:latin typeface="微軟正黑體"/>
                <a:ea typeface="微軟正黑體"/>
              </a:rPr>
              <a:t>92.4%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687" y="4983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滿意度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0327" y="402336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2E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0327" y="42519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2E5A4F"/>
                </a:solidFill>
                <a:latin typeface="微軟正黑體"/>
                <a:ea typeface="微軟正黑體"/>
              </a:rPr>
              <a:t>88.9%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0327" y="4983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經費執行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6B6B6B"/>
                </a:solidFill>
                <a:latin typeface="微軟正黑體"/>
                <a:ea typeface="微軟正黑體"/>
              </a:rPr>
              <a:t>報告人：學務處   報告日期：114 年 1 月 10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活動基本資料：113/11/16 辦理一日型親職日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時間：113 年 11 月 16 日（六）9:00–16:00，共 6 小時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地點：活動中心 2 樓、操場、圖書館（3 個場域）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內容：2 場專題演講 + 6 個闖關攤位 + 1 場摸彩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對象：本校 1–6 年級家長與學生，開放社區居民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現況：報名 215 人、簽到 182 人，動線是瓶頸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81047" y="201168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2E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047" y="22402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2E5A4F"/>
                </a:solidFill>
                <a:latin typeface="微軟正黑體"/>
                <a:ea typeface="微軟正黑體"/>
              </a:rPr>
              <a:t>215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047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報名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15687" y="201168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D98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5687" y="22402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D9824B"/>
                </a:solidFill>
                <a:latin typeface="微軟正黑體"/>
                <a:ea typeface="微軟正黑體"/>
              </a:rPr>
              <a:t>182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687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簽到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0327" y="2011680"/>
            <a:ext cx="2560320" cy="1463040"/>
          </a:xfrm>
          <a:prstGeom prst="roundRect">
            <a:avLst/>
          </a:prstGeom>
          <a:solidFill>
            <a:srgbClr val="EFE9DD"/>
          </a:solidFill>
          <a:ln w="25400">
            <a:solidFill>
              <a:srgbClr val="2E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0327" y="22402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2E5A4F"/>
                </a:solidFill>
                <a:latin typeface="微軟正黑體"/>
                <a:ea typeface="微軟正黑體"/>
              </a:rPr>
              <a:t>84.7%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0327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微軟正黑體"/>
                <a:ea typeface="微軟正黑體"/>
              </a:rPr>
              <a:t>簽到率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簽到率 84.7%（去年 78%）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Google 表單報名為主，缺紙本管道，高齡家長不熟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操場動線靠海報指引，尖峰時段排隊 15 分鐘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經費執行率 88.9%，結餘 5,350 元全數繳回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微軟正黑體"/>
                <a:ea typeface="微軟正黑體"/>
              </a:rPr>
              <a:t>講師費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084832"/>
            <a:ext cx="6858000" cy="237744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084832"/>
            <a:ext cx="3014505" cy="237744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0116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9824B"/>
                </a:solidFill>
                <a:latin typeface="微軟正黑體"/>
                <a:ea typeface="微軟正黑體"/>
              </a:rPr>
              <a:t>8,000 元 (18.7%)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微軟正黑體"/>
                <a:ea typeface="微軟正黑體"/>
              </a:rPr>
              <a:t>摸彩品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468880"/>
            <a:ext cx="6858000" cy="237744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2468880"/>
            <a:ext cx="2260879" cy="237744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9824B"/>
                </a:solidFill>
                <a:latin typeface="微軟正黑體"/>
                <a:ea typeface="微軟正黑體"/>
              </a:rPr>
              <a:t>6,000 元 (14.0%)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79776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微軟正黑體"/>
                <a:ea typeface="微軟正黑體"/>
              </a:rPr>
              <a:t>場地布置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852928"/>
            <a:ext cx="6858000" cy="237744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2852928"/>
            <a:ext cx="6858000" cy="237744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779776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9824B"/>
                </a:solidFill>
                <a:latin typeface="微軟正黑體"/>
                <a:ea typeface="微軟正黑體"/>
              </a:rPr>
              <a:t>18,200 元 (42.7%)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6382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微軟正黑體"/>
                <a:ea typeface="微軟正黑體"/>
              </a:rPr>
              <a:t>餐費茶水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236976"/>
            <a:ext cx="6858000" cy="237744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0" y="3236976"/>
            <a:ext cx="2939142" cy="237744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163824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9824B"/>
                </a:solidFill>
                <a:latin typeface="微軟正黑體"/>
                <a:ea typeface="微軟正黑體"/>
              </a:rPr>
              <a:t>7,800 元 (18.3%)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478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微軟正黑體"/>
                <a:ea typeface="微軟正黑體"/>
              </a:rPr>
              <a:t>其他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621024"/>
            <a:ext cx="6858000" cy="237744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0" y="3621024"/>
            <a:ext cx="998554" cy="237744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54787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9824B"/>
                </a:solidFill>
                <a:latin typeface="微軟正黑體"/>
                <a:ea typeface="微軟正黑體"/>
              </a:rPr>
              <a:t>2,650 元 (6.2%)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總預算 48,000 元、實際支用 42,650 元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最大支出：場地布置與材料費 18,200 元（42.7%）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在地採購：圖書禮券於在地書店採購，支持地方產業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亮點：滿意度 92.4%，三大成果值得延續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亮點一：親子互動時間實質增加，現場觀察家長放下手機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亮點二：首度結合社區資源（社區發展協會贊助部分獎品）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亮點三：圖書禮券引導閱讀風氣，孩子當天借閱量增 3 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待改進：報名門檻、動線指引、活動時段三項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報名：僅 Google 表單，50+ 歲家長操作卡關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動線：操場靠海報指引，尖峰排隊 15 分鐘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時段：6 小時密集，2:30 後參與意願明顯下降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114 年三大方案：雙軌報名、加派志工、上下午分流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方案 A｜雙軌報名：Google + 紙本，預估涵蓋率 +12%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方案 B｜增派 4 名志工於操場動線，預估排隊 -8 分鐘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方案 C｜上下午分流：上午演講、下午闖關，彈性參加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預估總經費 55,000 元，較今年增加 7,000 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E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A4F"/>
                </a:solidFill>
                <a:latin typeface="微軟正黑體"/>
                <a:ea typeface="微軟正黑體"/>
              </a:rPr>
              <a:t>請同意 114 年擴大辦理，並核撥經費 55,000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D98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628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>
                <a:solidFill>
                  <a:srgbClr val="FAF7F2"/>
                </a:solidFill>
                <a:latin typeface="微軟正黑體"/>
                <a:ea typeface="微軟正黑體"/>
              </a:rPr>
              <a:t>📌 請示事項：核撥 114 年親職日經費 55,000 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1F2A2A"/>
                </a:solidFill>
                <a:latin typeface="微軟正黑體"/>
                <a:ea typeface="微軟正黑體"/>
              </a:rPr>
              <a:t>依下列三項配套擴大辦理，預估 114 年參與人數可達 230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依上述三方案辦理，預估 114 年參與人數可達 230 人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建議於 113 年 3 月前完成採購招標、志工招募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2B2B2B"/>
                </a:solidFill>
                <a:latin typeface="微軟正黑體"/>
                <a:ea typeface="微軟正黑體"/>
              </a:rPr>
              <a:t>▍  請核示 114 年經費預算 55,000 元整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微軟正黑體"/>
              </a:defRPr>
            </a:pPr>
            <a:r>
              <a:t>113 年度親職教育日活動成果報告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Inter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